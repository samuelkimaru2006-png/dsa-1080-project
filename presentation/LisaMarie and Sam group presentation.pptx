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0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uel Mwangi" initials="SM" lastIdx="1" clrIdx="0">
    <p:extLst>
      <p:ext uri="{19B8F6BF-5375-455C-9EA6-DF929625EA0E}">
        <p15:presenceInfo xmlns:p15="http://schemas.microsoft.com/office/powerpoint/2012/main" userId="512c2d593138d9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6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095" autoAdjust="0"/>
    <p:restoredTop sz="95388" autoAdjust="0"/>
  </p:normalViewPr>
  <p:slideViewPr>
    <p:cSldViewPr snapToGrid="0" snapToObjects="1">
      <p:cViewPr>
        <p:scale>
          <a:sx n="25" d="100"/>
          <a:sy n="25" d="100"/>
        </p:scale>
        <p:origin x="184" y="10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05T22:03:52.928" idx="1">
    <p:pos x="7680" y="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58D1C-6ABF-4D9A-BAEA-82C3ACA3D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212"/>
            <a:ext cx="12191999" cy="69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1B4DA5-2B4B-4328-BDDC-D0C48708F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4"/>
            <a:ext cx="9673389" cy="498471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Crime Data Analysis of West Midlands Street Crime (October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5800726"/>
            <a:ext cx="45719" cy="241258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2C2992F-4DDA-4055-9DAA-0EF0DFA7BE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V="1">
            <a:off x="1630460" y="6812280"/>
            <a:ext cx="45719" cy="45719"/>
          </a:xfrm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02E97-EEFF-4B7C-ADE2-9D1A08623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372" y="1061623"/>
            <a:ext cx="10369655" cy="1498699"/>
          </a:xfrm>
        </p:spPr>
        <p:txBody>
          <a:bodyPr/>
          <a:lstStyle/>
          <a:p>
            <a:b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highlight>
                <a:srgbClr val="000000"/>
              </a:highlight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C49BF-741E-4AB5-AA62-F921D678EDAF}"/>
              </a:ext>
            </a:extLst>
          </p:cNvPr>
          <p:cNvSpPr txBox="1"/>
          <p:nvPr/>
        </p:nvSpPr>
        <p:spPr>
          <a:xfrm rot="10800000" flipV="1">
            <a:off x="630286" y="906295"/>
            <a:ext cx="11561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PROBLEM STATEMENT &amp; OBJECTIVES</a:t>
            </a:r>
          </a:p>
          <a:p>
            <a:pPr algn="ctr"/>
            <a:endParaRPr lang="en-US" sz="24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LARGE DATASETS ARE DIFFICULT TO INTERPRET MANUALLY.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PATTERNS ARE NOT IMMEDIATELY OBVIOUS.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CLEAN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PERFORM EXPLORATORY DATA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CREATE VISUALIZATIONS.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BUILD A STREAMLIT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DRAW MEANINGFUL CONCLUSIONS.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0563072" y="1979950"/>
            <a:ext cx="45719" cy="223323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DF46FF-7D7E-4D75-8FBE-FA1E1CFC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0774"/>
            <a:ext cx="12192000" cy="6958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9648672" cy="5559426"/>
          </a:xfrm>
        </p:spPr>
        <p:txBody>
          <a:bodyPr/>
          <a:lstStyle/>
          <a:p>
            <a: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Dataset &amp; Tools</a:t>
            </a:r>
            <a:b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b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Dataset: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West Midlands Street Crime Dataset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October 2024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- 28,444 rows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- 11 columns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Key Variables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Crime Type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Location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LSOA Name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Longitude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Latitude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Last Outcome Category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Tools Used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Python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Pandas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NumPy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Matplotlib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Seaborn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</a:t>
            </a:r>
            <a:r>
              <a:rPr lang="en-GB" sz="1600" dirty="0" err="1">
                <a:solidFill>
                  <a:schemeClr val="bg1"/>
                </a:solidFill>
                <a:highlight>
                  <a:srgbClr val="000000"/>
                </a:highlight>
              </a:rPr>
              <a:t>Jupyter</a:t>
            </a: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 Notebook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</a:t>
            </a:r>
            <a:r>
              <a:rPr lang="en-GB" sz="1600" dirty="0" err="1">
                <a:solidFill>
                  <a:schemeClr val="bg1"/>
                </a:solidFill>
                <a:highlight>
                  <a:srgbClr val="000000"/>
                </a:highlight>
              </a:rPr>
              <a:t>Streamlit</a:t>
            </a: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b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GB" sz="1600" dirty="0">
                <a:solidFill>
                  <a:schemeClr val="bg1"/>
                </a:solidFill>
                <a:highlight>
                  <a:srgbClr val="000000"/>
                </a:highlight>
              </a:rPr>
              <a:t>- GitHub</a:t>
            </a:r>
            <a:br>
              <a:rPr lang="en-GB" sz="1200" dirty="0"/>
            </a:br>
            <a:endParaRPr lang="en-US" sz="24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3634740" y="1057274"/>
            <a:ext cx="4869180" cy="99416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B61C6-9CDE-4CEF-B1EB-1E5696F19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900" y="928688"/>
            <a:ext cx="11083125" cy="48720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Checked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Removed Context column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Replaced missing outcomes with "Unknown"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Removed duplicates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Checked 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Converted Month to datetime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Renamed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Created Year and </a:t>
            </a:r>
            <a:r>
              <a:rPr lang="en-US" sz="2400" dirty="0" err="1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Month_Number</a:t>
            </a: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Detected outliers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Saved cleaned dataset</a:t>
            </a:r>
          </a:p>
          <a:p>
            <a:endParaRPr lang="en-US" sz="20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410528" y="1057274"/>
            <a:ext cx="2142672" cy="252021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AE57A7-9439-4645-A770-5349FC1E9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7200" y="1057274"/>
            <a:ext cx="10951226" cy="4984709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Exploratory Data Analysis</a:t>
            </a:r>
          </a:p>
          <a:p>
            <a:endParaRPr lang="en-US" sz="28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Analysis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Most common crime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Locations with most crimes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Highest crime LSOAs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LSOAs with the greatest variety of crime</a:t>
            </a:r>
          </a:p>
          <a:p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Charts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Bar 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Horizontal bar charts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2626468" y="692942"/>
            <a:ext cx="6084394" cy="921848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D7106-7CFD-4551-98F2-E12395B5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334672" cy="712064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928688"/>
            <a:ext cx="9524075" cy="5094678"/>
          </a:xfrm>
        </p:spPr>
        <p:txBody>
          <a:bodyPr>
            <a:normAutofit fontScale="62500" lnSpcReduction="20000"/>
          </a:bodyPr>
          <a:lstStyle/>
          <a:p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Additional Analysis</a:t>
            </a:r>
          </a:p>
          <a:p>
            <a:endParaRPr lang="en-GB" sz="30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Analysis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type vs police outcome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type percentages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Most common crime outcomes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type vs outcome relationship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types in top 10 LSOAs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outcomes in top 10 LSOAs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30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Charts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Pie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Heatmap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0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Stacked Bar Charts</a:t>
            </a:r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 flipV="1">
            <a:off x="8067110" y="6023365"/>
            <a:ext cx="45719" cy="45719"/>
          </a:xfrm>
        </p:spPr>
        <p:txBody>
          <a:bodyPr>
            <a:normAutofit fontScale="25000" lnSpcReduction="20000"/>
          </a:bodyPr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6363872"/>
            <a:ext cx="3282950" cy="8296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b="1" dirty="0"/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0626832">
            <a:off x="8272681" y="5495095"/>
            <a:ext cx="55123" cy="8679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2319019" y="965393"/>
            <a:ext cx="2341881" cy="10916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759C93-C0DC-457E-9755-150D92FDD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1AC97-F72B-4275-A66F-4EB6D55DEA77}"/>
              </a:ext>
            </a:extLst>
          </p:cNvPr>
          <p:cNvSpPr txBox="1"/>
          <p:nvPr/>
        </p:nvSpPr>
        <p:spPr>
          <a:xfrm>
            <a:off x="914400" y="791494"/>
            <a:ext cx="834668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Visualizations</a:t>
            </a:r>
          </a:p>
          <a:p>
            <a:endParaRPr lang="en-US" sz="24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Visualizations Created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Horizontal 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Pie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Heatmap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Stacked Bar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Box Plot </a:t>
            </a:r>
          </a:p>
          <a:p>
            <a:endParaRPr lang="en-US" sz="2400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Purpose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Compare frequencies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Show percentages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Identify relationships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Detect outliers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2421" y="1020410"/>
            <a:ext cx="45719" cy="37218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14400" y="2070055"/>
            <a:ext cx="7843837" cy="4571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376CAF-9386-4059-9954-DB57DD67E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23812"/>
            <a:ext cx="12355550" cy="71382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1C9E6-B245-4A39-A67A-B5CE98922DC4}"/>
              </a:ext>
            </a:extLst>
          </p:cNvPr>
          <p:cNvSpPr txBox="1"/>
          <p:nvPr/>
        </p:nvSpPr>
        <p:spPr>
          <a:xfrm>
            <a:off x="579864" y="1745155"/>
            <a:ext cx="59068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Key Findings</a:t>
            </a:r>
          </a:p>
          <a:p>
            <a:endParaRPr lang="en-US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Violence and sexual offences were the most common crimes.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was concentrated in a few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neighbourhoods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Some LSOAs experienced a wider variety of crime.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Crime types showed different outcome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Some police outcomes occurred much more frequently than others.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54A4CE-ED5E-49D5-BBF6-48E558BAA8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1C579-78B3-4423-A33B-C46F77B2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5181600" cy="238126"/>
          </a:xfrm>
        </p:spPr>
        <p:txBody>
          <a:bodyPr/>
          <a:lstStyle/>
          <a:p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E089B4-EEC4-4621-A3BE-84EE1CEA11C1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A7CE0-A0CA-4E68-9289-DDB7ADEE4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44D6D-E2B2-41A3-A4D0-D04EE1E3E481}"/>
              </a:ext>
            </a:extLst>
          </p:cNvPr>
          <p:cNvSpPr txBox="1"/>
          <p:nvPr/>
        </p:nvSpPr>
        <p:spPr>
          <a:xfrm>
            <a:off x="228600" y="984241"/>
            <a:ext cx="10007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Recommendations</a:t>
            </a:r>
          </a:p>
          <a:p>
            <a:endParaRPr lang="en-GB" sz="3200" b="1" dirty="0">
              <a:solidFill>
                <a:schemeClr val="bg1"/>
              </a:solidFill>
              <a:highlight>
                <a:srgbClr val="000000"/>
              </a:highlight>
              <a:latin typeface="+mj-lt"/>
            </a:endParaRPr>
          </a:p>
          <a:p>
            <a:r>
              <a:rPr lang="en-GB" sz="32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Increase patrols in high-crime areas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Focus prevention on common crimes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Monitor neighbourhoods regularly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highlight>
                  <a:srgbClr val="000000"/>
                </a:highlight>
                <a:latin typeface="+mj-lt"/>
              </a:rPr>
              <a:t>Continue analysing crime trends</a:t>
            </a:r>
          </a:p>
        </p:txBody>
      </p:sp>
    </p:spTree>
    <p:extLst>
      <p:ext uri="{BB962C8B-B14F-4D97-AF65-F5344CB8AC3E}">
        <p14:creationId xmlns:p14="http://schemas.microsoft.com/office/powerpoint/2010/main" val="22112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962ABC-B21B-4DAB-B434-7736448547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7A08A5-FBC9-4623-B819-68E28C29109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D37891-26B7-488E-9A89-C64F7FF38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081" y="2519427"/>
            <a:ext cx="7843837" cy="101278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CONCLUSION</a:t>
            </a:r>
            <a:endParaRPr lang="LID4096" sz="48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E050C-63ED-40CD-A08D-230C68528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845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{628C7108-7761-4345-A056-D60D1384F909}TF8a9b5915-b8c7-461e-8cdd-693d48b5e32371f7b7e2_win32-4bf0b9a2ea37</Template>
  <TotalTime>60</TotalTime>
  <Words>350</Words>
  <Application>Microsoft Office PowerPoint</Application>
  <PresentationFormat>Widescreen</PresentationFormat>
  <Paragraphs>91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Basic  presentation</vt:lpstr>
      <vt:lpstr>Crime Data Analysis of West Midlands Street Crime (October 2024)</vt:lpstr>
      <vt:lpstr> </vt:lpstr>
      <vt:lpstr>Dataset &amp; Tools  Dataset: - West Midlands Street Crime Dataset  - October 2024  - 28,444 rows  - 11 columns   Key Variables - Crime Type  - Location  - LSOA Name  - Longitude  - Latitude  - Last Outcome Category   Tools Used - Python  - Pandas  - NumPy  - Matplotlib  - Seaborn  - Jupyter Notebook  - Streamlit  - GitHub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Samuel Mwangi</dc:creator>
  <cp:lastModifiedBy>Samuel Mwangi</cp:lastModifiedBy>
  <cp:revision>7</cp:revision>
  <dcterms:created xsi:type="dcterms:W3CDTF">2026-08-05T18:39:56Z</dcterms:created>
  <dcterms:modified xsi:type="dcterms:W3CDTF">2026-08-05T19:40:07Z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